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137160"/>
            <a:ext cx="103601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0096"/>
            <a:ext cx="12191695" cy="1517904"/>
          </a:xfrm>
          <a:prstGeom prst="rect">
            <a:avLst/>
          </a:prstGeom>
        </p:spPr>
      </p:pic>
      <p:pic>
        <p:nvPicPr>
          <p:cNvPr id="3" name="Image 1" descr="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0" y="1828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Narrator — Natural Language Data Analysis Application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19456" y="1188720"/>
            <a:ext cx="7315200" cy="0"/>
          </a:xfrm>
          <a:prstGeom prst="line">
            <a:avLst/>
          </a:prstGeom>
          <a:noFill/>
          <a:ln w="28575">
            <a:solidFill>
              <a:srgbClr val="70AD47"/>
            </a:solidFill>
            <a:prstDash val="solid"/>
          </a:ln>
        </p:spPr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0096"/>
            <a:ext cx="12191695" cy="1517904"/>
          </a:xfrm>
          <a:prstGeom prst="rect">
            <a:avLst/>
          </a:prstGeom>
        </p:spPr>
      </p:pic>
      <p:pic>
        <p:nvPicPr>
          <p:cNvPr id="3" name="Image 1" descr="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0" y="1828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Intelligent Defect Detection and Knowledge Assistance for Smart Manufacturing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219456" y="1188720"/>
            <a:ext cx="7315200" cy="0"/>
          </a:xfrm>
          <a:prstGeom prst="line">
            <a:avLst/>
          </a:prstGeom>
          <a:noFill/>
          <a:ln w="28575">
            <a:solidFill>
              <a:srgbClr val="70AD47"/>
            </a:solidFill>
            <a:prstDash val="solid"/>
          </a:ln>
        </p:spPr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137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Program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914400"/>
            <a:ext cx="8531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Industry Integrated Programs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1389888"/>
            <a:ext cx="633679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828800" y="18288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9994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Narrator — Natural Language Data Analysis Application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4846320"/>
            <a:ext cx="670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Nainshi Tikait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17320"/>
            <a:ext cx="11521440" cy="3840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Narrator is a dataset-independent natural language data analysis application.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upload CSV, XLS, or XLSX files and ask questions about the data using natural language.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converts natural language questions into SQL, executes the SQL using DuckDB, and presents the query result.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generates business insights from the actual query result and dynamically selects suitable visualizations.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tested using the original Superstore dataset and a completely different retail dataset with a different schema.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63040"/>
            <a:ext cx="115214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general-purpose natural language interface for tabular data analysis.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natural language questions into executable SQL using a local LLM.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generated SQL before execution.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business insights strictly from actual query results.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select visualizations based on the structure of the result.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conversational follow-up questions and session-level query history.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to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Schema Adaptation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554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60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Validation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560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Generation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3474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Visualization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Follow-Up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09360" y="4480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92240" y="466344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6492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History &amp; Streamlit UI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Modeling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17320"/>
            <a:ext cx="11521440" cy="3886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natural-language-to-SQL approach where user questions are translated into SQL using Ollama and Llama 3.1:8B.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generated SQL using DuckDB after applying SQL safety validation.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business insights in the actual query result rather than allowing the LLM to independently invent insights.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visualizations dynamically based on the result structure.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deterministic Python logic to support important follow-up context when the local LLM does not reliably remember previous filters.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application across different datasets to verify dataset independence.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Schema Adaptation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17320"/>
            <a:ext cx="11521440" cy="3886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CSV, XLS, and XLSX uploads.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schema is detected dynamically at runtime.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adapts to different column names and table structures.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Dataset-specific column names are not hardcoded.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using the original Superstore dataset.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using a completely different retail dataset with a different schema.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demonstrates the general-purpose design of the application.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/ Algorithms / Tools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/ LLM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46304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3.1:8B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224028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224028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 → SQL Validation → DuckDB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01752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 validation, blocking INSERT / UPDATE / DELETE / DROP and multi-statement queries.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379476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79476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with dynamic KPI / Bar / Pie / Line selection.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457200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57200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Streamlit, DuckDB, Plotly, Requests, Ollama, Docker.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 &amp; Evaluation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by Review 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82880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independence successfully tested across two different datasets.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 pipeline implemented and tested.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validation implemented.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 through DuckDB working.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Result-grounded business insights implemented.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82880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 implemented.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handling implemented with Python context safeguards.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query history implemented.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 working.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built and tested end-to-end.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/ Milestones Progress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E2F0D9"/>
          </a:solidFill>
          <a:ln w="9525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Review 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37160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FFF2CC"/>
          </a:solidFill>
          <a:ln w="9525">
            <a:solidFill>
              <a:srgbClr val="BF9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26364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— Review III / Final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7452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Dataset-independent testing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 pipeline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validation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execution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handling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history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7452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10–15 question evaluation matrix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/ Microsoft Foundry integration, if required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deployment, if feasible/required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script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cleanup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 and viva preparation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38328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84048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64638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12110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757830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Schema Detection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38421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85893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131613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12203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59675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505395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Llama 3.1:8B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485986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833458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879178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84048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Validation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364638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12110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2757830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Execution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38421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85893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131613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12203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459675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505395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+ Dynamic Visualization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85986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833458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9879178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" y="2404872"/>
            <a:ext cx="11521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continues on next row (right end → left start)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011680" y="402336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2011680" y="4023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Context + Session Query History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137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Program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914400"/>
            <a:ext cx="8531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Industry Integrated Programs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1389888"/>
            <a:ext cx="633679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828800" y="18288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9994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Intelligent Defect Detection and Knowledge Assistance for Smart Manufacturing with Azure Cloud Deployment and Interactive Visualization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4846320"/>
            <a:ext cx="670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Nainshi Tikait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71600"/>
            <a:ext cx="11521440" cy="3931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combines machine-learning-based defect severity classification with RAG-based engineering knowledge assistance.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sensor readings are processed to predict defect severity.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four defect classes: No Defect, Minor Defect, Moderate Defect, and Critical Defect.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manufacturing troubleshooting knowledge is retrieved using Sentence Transformers and ChromaDB.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generates engineering explanations and recommendations using the predicted defect and retrieved knowledge.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application provides monitoring and batch-wise processing.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dataset used is synthetic, not real manufacturing data.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63040"/>
            <a:ext cx="115214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defect severity classification pipeline using synthetic manufacturing sensor data.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machine-learning algorithms and select the strongest model.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manufacturing knowledge using a RAG pipeline.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recommendations using the predicted defect severity and retrieved engineering knowledge.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sequential monitoring using 10-reading batches.</a:t>
            </a:r>
            <a:endParaRPr lang="en-US" sz="2300" dirty="0"/>
          </a:p>
          <a:p>
            <a:pPr marL="342900" indent="-342900">
              <a:spcAft>
                <a:spcPts val="1500"/>
              </a:spcAft>
              <a:buSzPct val="100000"/>
              <a:buChar char="•"/>
            </a:pPr>
            <a:r>
              <a:rPr lang="en-US" sz="23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system for interactive visualization and Azure deployment in Review III.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to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Manufacturing Dataset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554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60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Comparison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560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SVM Defect Classifier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3474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Knowledge Retrieval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Recommendation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09360" y="4480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92240" y="466344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6492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Monitoring &amp; Batch Processing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Modeling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71600"/>
            <a:ext cx="11521440" cy="3931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preprocess a synthetic manufacturing dataset containing sensor features and four defect categories.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and data-quality checks.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80/20 stratified train-test split with random_state = 42.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Random Forest, Gradient Boosting, and SVM.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SVM based on comparative performance.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troubleshooting knowledge using Sentence Transformers and ChromaDB.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severity-aware keyword reranking to retrieved knowledge.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predicted defect and retrieved knowledge to Ollama for recommendation generation.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readings sequentially in batches of 10 for monitoring.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(synthetic)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synthetic records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 features + target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1546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Roughness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Level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Deviation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Deviation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Stress Indicator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6916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Defect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Defect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Defect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Defect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169164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check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distributions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distribution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by defect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34290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434840" y="3429000"/>
            <a:ext cx="310896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and no duplicate records.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/ Algorithms / Tools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73736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365760" y="17373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83.25% Accuracy | 83.14% Weighted F1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51460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65760" y="25146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90.75% Accuracy | 90.77% Weighted F1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65760" y="32918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91.45% Accuracy | 91.46% Weighted F1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" y="406908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65760" y="4069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7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93.10% Accuracy | 93.11% Weighted F1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4846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Model: SVM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AI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7373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— all-MiniLM-L6-v2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033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NumPy, scikit-learn, Streamlit, Matplotlib, Joblib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 &amp; Evaluation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SVM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691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as: </a:t>
            </a:r>
            <a:r>
              <a:rPr lang="en-US" sz="1600" dirty="0">
                <a:solidFill>
                  <a:srgbClr val="558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models/svm_defect_model.pkl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20574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defect category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confidence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probabilities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154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tested prediction: </a:t>
            </a: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Defect — 63.29% confidence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438912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Defect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5583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18288" marB="18288">
                    <a:lnL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9224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2000" dirty="0"/>
          </a:p>
        </p:txBody>
      </p:sp>
      <p:sp>
        <p:nvSpPr>
          <p:cNvPr id="7" name="Text 6"/>
          <p:cNvSpPr txBox="1"/>
          <p:nvPr/>
        </p:nvSpPr>
        <p:spPr>
          <a:xfrm>
            <a:off x="6492240" y="173736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manufacturing knowledge chunks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embeddings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ChromaDB collection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keyword reranking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/ Milestones Progress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E2F0D9"/>
          </a:solidFill>
          <a:ln w="9525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Review 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37160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FFF2CC"/>
          </a:solidFill>
          <a:ln w="9525">
            <a:solidFill>
              <a:srgbClr val="BF9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26364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— Review III / Final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7452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10,000-record dataset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Four-class defect classification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comparison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selected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embeddings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retrieval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keyword reranking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recommendation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10-reading batch processing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summary/status logic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7452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complete 1–10 → 10/10 → 11–20 batch cycle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four-class demo scenarios, if required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visualizations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 deployment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robustness and error handling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evaluation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cleanup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and viva preparation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38328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84048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Manufacturing Sensor Data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969008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316480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362200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/ EDA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47160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4632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340352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Defect Classifier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25312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2784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318504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Defect + Confidence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903464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50936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96656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Manufacturing Knowledge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881616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229088" y="15087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10274808" y="15087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Embeddings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8328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84048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969008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316480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2362200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Keyword Reranking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947160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294632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340352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925312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272784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318504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+ Corrective Recommendation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903464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250936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8296656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Monitoring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881616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0229088" y="2880360"/>
            <a:ext cx="163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10274808" y="2880360"/>
            <a:ext cx="1539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10-Reading Batch Summary / Status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" y="2404872"/>
            <a:ext cx="11521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continues on next row (right end → left start)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011680" y="402336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2011680" y="4023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Batch History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1362</Words>
  <Application>Microsoft Office PowerPoint</Application>
  <PresentationFormat>Widescreen</PresentationFormat>
  <Paragraphs>300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M.Tech Program</vt:lpstr>
      <vt:lpstr>Introduction</vt:lpstr>
      <vt:lpstr>Objective</vt:lpstr>
      <vt:lpstr>Modules to Cover</vt:lpstr>
      <vt:lpstr>Methodology / Modeling Plan</vt:lpstr>
      <vt:lpstr>Data Preprocessing &amp; Schema Adaptation</vt:lpstr>
      <vt:lpstr>Approach / Algorithms / Tools</vt:lpstr>
      <vt:lpstr>Intermediate Results &amp; Evaluation</vt:lpstr>
      <vt:lpstr>Project Plan / Milestones Progress</vt:lpstr>
      <vt:lpstr>Pipeline Structure</vt:lpstr>
      <vt:lpstr>M.Tech Program</vt:lpstr>
      <vt:lpstr>Introduction</vt:lpstr>
      <vt:lpstr>Objective</vt:lpstr>
      <vt:lpstr>Modules to Cover</vt:lpstr>
      <vt:lpstr>Methodology / Modeling Plan</vt:lpstr>
      <vt:lpstr>Data Preprocessing &amp; EDA</vt:lpstr>
      <vt:lpstr>Approach / Algorithms / Tools</vt:lpstr>
      <vt:lpstr>Intermediate Results &amp; Evaluation</vt:lpstr>
      <vt:lpstr>Project Plan / Milestones Progress</vt:lpstr>
      <vt:lpstr>Pipeline Structure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NAINSHI TIKAIT</cp:lastModifiedBy>
  <cp:revision>1</cp:revision>
  <dcterms:created xsi:type="dcterms:W3CDTF">2026-10-07T18:18:31Z</dcterms:created>
  <dcterms:modified xsi:type="dcterms:W3CDTF">2026-10-07T18:26:33Z</dcterms:modified>
</cp:coreProperties>
</file>