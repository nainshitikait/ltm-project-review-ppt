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37160"/>
            <a:ext cx="103601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40096"/>
            <a:ext cx="12191695" cy="1517904"/>
          </a:xfrm>
          <a:prstGeom prst="rect">
            <a:avLst/>
          </a:prstGeom>
        </p:spPr>
      </p:pic>
      <p:pic>
        <p:nvPicPr>
          <p:cNvPr id="3" name="Image 1" descr="top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43200" y="1828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Narrator — Natural Language Data Analysis Application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219456" y="1188720"/>
            <a:ext cx="7315200" cy="0"/>
          </a:xfrm>
          <a:prstGeom prst="line">
            <a:avLst/>
          </a:prstGeom>
          <a:noFill/>
          <a:ln w="28575">
            <a:solidFill>
              <a:srgbClr val="70AD47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137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Program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828800" y="914400"/>
            <a:ext cx="8531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Industry Integrated Programs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0" y="1389888"/>
            <a:ext cx="633679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8288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99943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Narrator — Natural Language Data Analysis Application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4846320"/>
            <a:ext cx="6702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Nainshi Tikait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17320"/>
            <a:ext cx="11521440" cy="38404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Narrator is a dataset-independent natural language data analysis application.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upload CSV, XLS, or XLSX files and ask questions about the data using natural language.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converts natural language questions into SQL, executes the SQL using DuckDB, and presents the query result.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generates business insights from the actual query result and dynamically selects suitable visualizations.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 tested using the original Superstore dataset and a completely different retail dataset with a different schema.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63040"/>
            <a:ext cx="115214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general-purpose natural language interface for tabular data analysis.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natural language questions into executable SQL using a local LLM.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generated SQL before execution.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business insights strictly from actual query results.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select visualizations based on the structure of the result.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conversational follow-up questions and session-level query history.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to Cover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Schema Adaptation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554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SQL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5603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 Validation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46888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5603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566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Generation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347472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5661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Visualization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Follow-Up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09360" y="4480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 w="9525">
            <a:solidFill>
              <a:srgbClr val="D3DD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4663440"/>
            <a:ext cx="457200" cy="457200"/>
          </a:xfrm>
          <a:prstGeom prst="ellipse">
            <a:avLst/>
          </a:prstGeom>
          <a:solidFill>
            <a:srgbClr val="1F3A7A"/>
          </a:solidFill>
          <a:ln w="12700">
            <a:solidFill>
              <a:srgbClr val="1F3A7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History &amp; Streamlit UI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Modeling Plan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17320"/>
            <a:ext cx="11521440" cy="3886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natural-language-to-SQL approach where user questions are translated into SQL using Ollama and Llama 3.1:8B.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generated SQL using DuckDB after applying SQL safety validation.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business insights in the actual query result rather than allowing the LLM to independently invent insights.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visualizations dynamically based on the result structure.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deterministic Python logic to support important follow-up context when the local LLM does not reliably remember previous filters.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application across different datasets to verify dataset independence.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Schema Adaptation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17320"/>
            <a:ext cx="11521440" cy="3886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CSV, XLS, and XLSX uploads.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schema is detected dynamically at runtime.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adapts to different column names and table structures.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Dataset-specific column names are not hardcoded.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using the original Superstore dataset.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using a completely different retail dataset with a different schema.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demonstrates the general-purpose design of the application.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/ Algorithms / Tools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46304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/ LLM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463040"/>
            <a:ext cx="813816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 3.1:8B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224028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2240280"/>
            <a:ext cx="813816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SQL → SQL Validation → DuckDB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017520"/>
            <a:ext cx="813816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SELECT-only validation, blocking INSERT / UPDATE / DELETE / DROP and multi-statement queries.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379476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794760"/>
            <a:ext cx="813816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with dynamic KPI / Bar / Pie / Line selection.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4572000"/>
            <a:ext cx="329184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572000"/>
            <a:ext cx="8138160" cy="685800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Streamlit, DuckDB, Plotly, Requests, Ollama, Docker.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Results &amp; Evaluation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by Review II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82880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independence successfully tested across two different datasets.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SQL pipeline implemented and tested.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 validation implemented.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 through DuckDB working.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Result-grounded business insights implemented.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82880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visualization implemented.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handling implemented with Python context safeguards.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query history implemented.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 working.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built and tested end-to-end.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/ Milestones Progress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E2F0D9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— Review II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1371600"/>
            <a:ext cx="5669280" cy="384048"/>
          </a:xfrm>
          <a:prstGeom prst="roundRect">
            <a:avLst>
              <a:gd name="adj" fmla="val 11905"/>
            </a:avLst>
          </a:prstGeom>
          <a:solidFill>
            <a:srgbClr val="FFF2CC"/>
          </a:solidFill>
          <a:ln w="9525">
            <a:solidFill>
              <a:srgbClr val="BF9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1371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— Review III / Final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874520"/>
            <a:ext cx="5486400" cy="3429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Dataset-independent testing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SQL pipeline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 validation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execution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visualization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handling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history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74520"/>
            <a:ext cx="5486400" cy="34290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10–15 question evaluation matrix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/ Microsoft Foundry integration, if required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deployment, if feasible/required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script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cleanup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558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 and viva preparation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256032" y="45720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38328" y="15087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" y="15087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Upload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64638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12110" y="15087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57830" y="15087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Schema Detection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38421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85893" y="15087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31613" y="15087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Question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12203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59675" y="15087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05395" y="15087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Llama 3.1:8B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485986" y="15087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833458" y="15087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9178" y="15087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328" y="28803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" y="28803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Safety Validation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364638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712110" y="28803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57830" y="28803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Execution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738421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085893" y="28803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31613" y="28803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12203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459675" y="28803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05395" y="28803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+ Dynamic Visualization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485986" y="288036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833458" y="2880360"/>
            <a:ext cx="202631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 w="12700">
            <a:solidFill>
              <a:srgbClr val="9DB7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79178" y="2880360"/>
            <a:ext cx="193487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38328" y="2404872"/>
            <a:ext cx="11521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continues on next row (right end → left start)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011680" y="402336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E2F0D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011680" y="40233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Context + Session Query History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2026-10-07T18:18:31Z</dcterms:created>
  <dcterms:modified xsi:type="dcterms:W3CDTF">2026-10-07T18:18:31Z</dcterms:modified>
</cp:coreProperties>
</file>