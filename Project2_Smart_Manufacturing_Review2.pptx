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37160"/>
            <a:ext cx="103601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40096"/>
            <a:ext cx="12191695" cy="1517904"/>
          </a:xfrm>
          <a:prstGeom prst="rect">
            <a:avLst/>
          </a:prstGeom>
        </p:spPr>
      </p:pic>
      <p:pic>
        <p:nvPicPr>
          <p:cNvPr id="3" name="Image 1" descr="top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0" y="1828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Intelligent Defect Detection and Knowledge Assistance for Smart Manufacturing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219456" y="1188720"/>
            <a:ext cx="7315200" cy="0"/>
          </a:xfrm>
          <a:prstGeom prst="line">
            <a:avLst/>
          </a:prstGeom>
          <a:noFill/>
          <a:ln w="28575">
            <a:solidFill>
              <a:srgbClr val="70AD47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37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Program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914400"/>
            <a:ext cx="8531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Industry Integrated Programs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1389888"/>
            <a:ext cx="633679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8288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9994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Intelligent Defect Detection and Knowledge Assistance for Smart Manufacturing with Azure Cloud Deployment and Interactive Visualization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4846320"/>
            <a:ext cx="670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Nainshi Tikait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71600"/>
            <a:ext cx="11521440" cy="3931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combines machine-learning-based defect severity classification with RAG-based engineering knowledge assistance.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sensor readings are processed to predict defect severity.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four defect classes: No Defect, Minor Defect, Moderate Defect, and Critical Defect.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manufacturing troubleshooting knowledge is retrieved using Sentence Transformers and ChromaDB.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generates engineering explanations and recommendations using the predicted defect and retrieved knowledge.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application provides monitoring and batch-wise processing.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dataset used is synthetic, not real manufacturing data.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63040"/>
            <a:ext cx="115214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defect severity classification pipeline using synthetic manufacturing sensor data.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machine-learning algorithms and select the strongest model.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manufacturing knowledge using a RAG pipeline.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recommendations using the predicted defect severity and retrieved engineering knowledge.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sequential monitoring using 10-reading batches.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system for interactive visualization and Azure deployment in Review III.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to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Manufacturing Dataset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554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60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Comparison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560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SVM Defect Classifier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3474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Knowledge Retrieval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Recommendation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09360" y="4480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66344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Monitoring &amp; Batch Processing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Modeling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71600"/>
            <a:ext cx="11521440" cy="3931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preprocess a synthetic manufacturing dataset containing sensor features and four defect categories.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and data-quality checks.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80/20 stratified train-test split with random_state = 42.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Random Forest, Gradient Boosting, and SVM.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SVM based on comparative performance.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troubleshooting knowledge using Sentence Transformers and ChromaDB.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severity-aware keyword reranking to retrieved knowledge.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predicted defect and retrieved knowledge to Ollama for recommendation generation.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readings sequentially in batches of 10 for monitoring.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(synthetic)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synthetic records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 features + target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1546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Roughness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Level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Deviation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Deviation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Stress Indicator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6916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Defect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Defect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Defect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Defect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169164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check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distributions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distribution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by defect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34290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3429000"/>
            <a:ext cx="310896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and no duplicate records.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/ Algorithms / Tools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73736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7373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83.25% Accuracy | 83.14% Weighted F1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51460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25146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90.75% Accuracy | 90.77% Weighted F1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32918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91.45% Accuracy | 91.46% Weighted F1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" y="406908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069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7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93.10% Accuracy | 93.11% Weighted F1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4846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Model: SVM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AI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7373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— all-MiniLM-L6-v2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033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NumPy, scikit-learn, Streamlit, Matplotlib, Joblib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 &amp; Evaluation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SVM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691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as: </a:t>
            </a:r>
            <a:pPr indent="0" marL="0">
              <a:buNone/>
            </a:pPr>
            <a:r>
              <a:rPr lang="en-US" sz="1600" dirty="0">
                <a:solidFill>
                  <a:srgbClr val="558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models/svm_defect_model.pkl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20574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defect category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confidence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probabilities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154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tested prediction: </a:t>
            </a:r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Defect — 63.29% confidence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4389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Defect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922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73736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manufacturing knowledge chunks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embeddings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ChromaDB collection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keyword reranking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/ Milestones Progress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E2F0D9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Review 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37160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FFF2CC"/>
          </a:solidFill>
          <a:ln w="9525">
            <a:solidFill>
              <a:srgbClr val="BF9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— Review III / Final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7452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10,000-record dataset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Four-class defect classification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comparison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selected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embeddings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retrieval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keyword reranking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recommendation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monitoring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10-reading batch processing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summary/status logic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7452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complete 1–10 → 10/10 → 11–20 batch cycle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four-class demo scenarios, if required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visualizations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 deployment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robustness and error handling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evaluation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cleanup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and viva preparation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38328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Manufacturing Sensor Data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969008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316480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62200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/ EDA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47160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4632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0352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Defect Classifier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25312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2784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8504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Defect + Confidence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903464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50936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6656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Manufacturing Knowledge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881616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229088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74808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Embeddings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8328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969008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316480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62200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Keyword Reranking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947160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294632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40352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925312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272784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18504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+ Corrective Recommendation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903464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250936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6656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Monitoring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881616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0229088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74808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10-Reading Batch Summary / Status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" y="2404872"/>
            <a:ext cx="11521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continues on next row (right end → left start)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011680" y="402336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11680" y="4023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Batch History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2026-10-07T18:18:31Z</dcterms:created>
  <dcterms:modified xsi:type="dcterms:W3CDTF">2026-10-07T18:18:31Z</dcterms:modified>
</cp:coreProperties>
</file>